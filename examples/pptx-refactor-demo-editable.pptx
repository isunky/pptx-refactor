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16e073db1a4f15" /><Relationship Type="http://schemas.openxmlformats.org/officeDocument/2006/relationships/extended-properties" Target="/docProps/app.xml" Id="Rd3d606e127374c24" /><Relationship Type="http://schemas.openxmlformats.org/officeDocument/2006/relationships/officeDocument" Target="/ppt/presentation.xml" Id="R270051ea1ae84d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e7e0f5e8e34a5e"/>
  </p:sldMasterIdLst>
  <p:notesMasterIdLst>
    <p:notesMasterId xmlns:r="http://schemas.openxmlformats.org/officeDocument/2006/relationships" r:id="Rf70a7041362a4e8e"/>
  </p:notesMasterIdLst>
  <p:sldIdLst>
    <p:sldId xmlns:r="http://schemas.openxmlformats.org/officeDocument/2006/relationships" id="256" r:id="R6563d161a9fc42e2"/>
    <p:sldId xmlns:r="http://schemas.openxmlformats.org/officeDocument/2006/relationships" id="257" r:id="R502c9363e3d84bab"/>
    <p:sldId xmlns:r="http://schemas.openxmlformats.org/officeDocument/2006/relationships" id="258" r:id="R9fc33052479c47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e8e211b1fb4f9e" /><Relationship Type="http://schemas.openxmlformats.org/officeDocument/2006/relationships/slideMaster" Target="/ppt/slideMasters/slideMaster1.xml" Id="R4ce7e0f5e8e34a5e" /><Relationship Type="http://schemas.openxmlformats.org/officeDocument/2006/relationships/notesMaster" Target="/ppt/notesMasters/notesMaster1.xml" Id="Rf70a7041362a4e8e" /><Relationship Type="http://schemas.openxmlformats.org/officeDocument/2006/relationships/presProps" Target="/ppt/presProps.xml" Id="R6382c3acc3234ddf" /><Relationship Type="http://schemas.openxmlformats.org/officeDocument/2006/relationships/tableStyles" Target="/ppt/tableStyles.xml" Id="Rfd125d7557ab4f21" /><Relationship Type="http://schemas.openxmlformats.org/officeDocument/2006/relationships/slide" Target="/ppt/slides/slide1.xml" Id="R6563d161a9fc42e2" /><Relationship Type="http://schemas.openxmlformats.org/officeDocument/2006/relationships/slide" Target="/ppt/slides/slide2.xml" Id="R502c9363e3d84bab" /><Relationship Type="http://schemas.openxmlformats.org/officeDocument/2006/relationships/slide" Target="/ppt/slides/slide3.xml" Id="R9fc33052479c47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0331c5277f40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370d8034b14e63" /><Relationship Type="http://schemas.openxmlformats.org/officeDocument/2006/relationships/notesMaster" Target="/ppt/notesMasters/notesMaster1.xml" Id="Rae3e5ba5e2cd4b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b7a8c0624c4d01" /><Relationship Type="http://schemas.openxmlformats.org/officeDocument/2006/relationships/notesMaster" Target="/ppt/notesMasters/notesMaster1.xml" Id="Rb9453014a26443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3478679ad54ae2" /><Relationship Type="http://schemas.openxmlformats.org/officeDocument/2006/relationships/notesMaster" Target="/ppt/notesMasters/notesMaster1.xml" Id="Ra430662254ce4e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21f3c0ea443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6464be313442e8" /><Relationship Type="http://schemas.openxmlformats.org/officeDocument/2006/relationships/slideLayout" Target="/ppt/slideLayouts/slideLayout1.xml" Id="Rdc63ab7056a247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63ab7056a247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7e991e467432c" /><Relationship Type="http://schemas.openxmlformats.org/officeDocument/2006/relationships/notesSlide" Target="/ppt/notesSlides/notesSlide1.xml" Id="R9c6f5a70096a4f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dbb512f1044a1" /><Relationship Type="http://schemas.openxmlformats.org/officeDocument/2006/relationships/notesSlide" Target="/ppt/notesSlides/notesSlide2.xml" Id="R3b25b7799ed840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f9cee65f24055" /><Relationship Type="http://schemas.openxmlformats.org/officeDocument/2006/relationships/notesSlide" Target="/ppt/notesSlides/notesSlide3.xml" Id="Rfd6c7fcbb0d042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BBBAF863-1237-4CEC-AD63-9D0423D8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Flattened slides,
editable again.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B7D5A2D-CD48-45C1-B849-74CC112C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PPTX REFACTOR / PPT重构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FD21BDD-D72A-4874-BC80-E28D5200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SYNTHETIC DEMO · 2026</a:t>
            </a:r>
          </a:p>
        </p:txBody>
      </p:sp>
    </p:spTree>
    <p:extLst>
      <p:ext uri="{BB962C8B-B14F-4D97-AF65-F5344CB8AC3E}">
        <p14:creationId xmlns:p14="http://schemas.microsoft.com/office/powerpoint/2010/main" val="21013359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8E0DDC6-DD0B-4FCF-876F-91F0D6F7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FCDCE97-6D6D-4D61-9C46-0420D25D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screenshot preserves appearance—not structure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83635E9D-F42E-4586-881B-33ED9FF1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image can look finished, yet remain impossible to maintain.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64AEEF7-9F71-45D1-B6F1-0A023735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Editable text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B4E67B0F-5AD6-49AA-A079-EB47E661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3EA3CEE7-E960-444F-9F46-3C11094B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PPTX Refactor separates text, structure, data, and raster assets instead of declaring a vague ‘fully editable’ result.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reconstructed slide keeps its visual hierarchy while exposing native objects for reliable updates.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066F1A63-A2EC-46A3-A895-DE1A4592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Native shapes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6BE7646D-4AC8-419E-B7ED-64C9EC0D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0F80C99C-09F2-461E-9FE0-0180504A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Reusable styles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6FE74E8F-90BC-42AA-A1B8-F5E11057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72534FE6-2770-4CA9-98D3-B85B60FD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Traceable assets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C79FE78B-94F5-4694-B0DD-751918B4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A912CC58-63C3-4217-B92E-0968E282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Verified output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A93EFD61-37C1-4CF0-BAC4-1C91EEBC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4118217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0D0C29A-33D2-4807-AB6C-27053067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D29F134-3756-4C70-9E1E-1EA42BA1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Reconstruction restores control in three verified stages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36E49D9-C7D1-40E3-941D-230C2FA4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EC82DAA-13AE-4DB8-BD77-A21E066C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5FD7BC7-5512-4E41-9312-AC92A90F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510D64A7-7794-45F6-A414-595A7637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· Analyze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6959A9C-C3E6-4C61-B06B-96CA48D1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· Rebuild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9812C10-57C0-4AAC-8643-8A1C4099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· Verify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726F4C0C-1532-485F-BE8F-9A90AEFA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Reconstruct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Restore confident text and simple structures as native elements.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EE669F98-F06A-47CC-93CD-1EDAF8C8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Inspect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Classify every slide and bind changes to exact source objects.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1BA928D-582B-457F-AC3D-15B83351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Prove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Render, re-import, compare, and disclose every retained raster.</a:t>
            </a:r>
          </a:p>
        </p:txBody>
      </p:sp>
    </p:spTree>
    <p:extLst>
      <p:ext uri="{BB962C8B-B14F-4D97-AF65-F5344CB8AC3E}">
        <p14:creationId xmlns:p14="http://schemas.microsoft.com/office/powerpoint/2010/main" val="937948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2026-08-24T03:31:24.5600000Z</dcterms:created>
  <dcterms:modified xsi:type="dcterms:W3CDTF">2026-08-24T03:31:24.5600000Z</dcterms:modified>
</coreProperties>
</file>