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c27b3285e42f1" /><Relationship Type="http://schemas.openxmlformats.org/officeDocument/2006/relationships/extended-properties" Target="/docProps/app.xml" Id="R844969487a5f42f6" /><Relationship Type="http://schemas.openxmlformats.org/officeDocument/2006/relationships/officeDocument" Target="/ppt/presentation.xml" Id="Rabbbe7c42466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6818d60354fd9"/>
  </p:sldMasterIdLst>
  <p:notesMasterIdLst>
    <p:notesMasterId xmlns:r="http://schemas.openxmlformats.org/officeDocument/2006/relationships" r:id="R74aae5e6b7c94b4a"/>
  </p:notesMasterIdLst>
  <p:sldIdLst>
    <p:sldId xmlns:r="http://schemas.openxmlformats.org/officeDocument/2006/relationships" id="256" r:id="R9285144c1eb54769"/>
    <p:sldId xmlns:r="http://schemas.openxmlformats.org/officeDocument/2006/relationships" id="257" r:id="Re9b798c9b18e4784"/>
    <p:sldId xmlns:r="http://schemas.openxmlformats.org/officeDocument/2006/relationships" id="258" r:id="R6fd68d20a01d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3b8f2bb914b98" /><Relationship Type="http://schemas.openxmlformats.org/officeDocument/2006/relationships/slideMaster" Target="/ppt/slideMasters/slideMaster1.xml" Id="Rfaa6818d60354fd9" /><Relationship Type="http://schemas.openxmlformats.org/officeDocument/2006/relationships/notesMaster" Target="/ppt/notesMasters/notesMaster1.xml" Id="R74aae5e6b7c94b4a" /><Relationship Type="http://schemas.openxmlformats.org/officeDocument/2006/relationships/presProps" Target="/ppt/presProps.xml" Id="Re6840c1a9df84a46" /><Relationship Type="http://schemas.openxmlformats.org/officeDocument/2006/relationships/tableStyles" Target="/ppt/tableStyles.xml" Id="R2775a80f9f794d9e" /><Relationship Type="http://schemas.openxmlformats.org/officeDocument/2006/relationships/slide" Target="/ppt/slides/slide1.xml" Id="R9285144c1eb54769" /><Relationship Type="http://schemas.openxmlformats.org/officeDocument/2006/relationships/slide" Target="/ppt/slides/slide2.xml" Id="Re9b798c9b18e4784" /><Relationship Type="http://schemas.openxmlformats.org/officeDocument/2006/relationships/slide" Target="/ppt/slides/slide3.xml" Id="R6fd68d20a01d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ddeed03c5040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e0d0dbab84cfa" /><Relationship Type="http://schemas.openxmlformats.org/officeDocument/2006/relationships/notesMaster" Target="/ppt/notesMasters/notesMaster1.xml" Id="R3d9e5013f2f848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d35b551554f2c" /><Relationship Type="http://schemas.openxmlformats.org/officeDocument/2006/relationships/notesMaster" Target="/ppt/notesMasters/notesMaster1.xml" Id="R5ea9045783f9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f9d91c5a64c07" /><Relationship Type="http://schemas.openxmlformats.org/officeDocument/2006/relationships/notesMaster" Target="/ppt/notesMasters/notesMaster1.xml" Id="Rde53a0b1832d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a1d9455924c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25b40b7e84c65" /><Relationship Type="http://schemas.openxmlformats.org/officeDocument/2006/relationships/slideLayout" Target="/ppt/slideLayouts/slideLayout1.xml" Id="Ra43792dc57a941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3792dc57a941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d36165fc84413" /><Relationship Type="http://schemas.openxmlformats.org/officeDocument/2006/relationships/image" Target="/ppt/media/image.png" Id="Re93b5877320f40b6" /><Relationship Type="http://schemas.openxmlformats.org/officeDocument/2006/relationships/notesSlide" Target="/ppt/notesSlides/notesSlide1.xml" Id="R2a3e5841598a43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725b6db749fe" /><Relationship Type="http://schemas.openxmlformats.org/officeDocument/2006/relationships/image" Target="/ppt/media/image2.png" Id="R1b3b1b56ec0341de" /><Relationship Type="http://schemas.openxmlformats.org/officeDocument/2006/relationships/notesSlide" Target="/ppt/notesSlides/notesSlide2.xml" Id="Rd714a7e18b4548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da1b00c644f9" /><Relationship Type="http://schemas.openxmlformats.org/officeDocument/2006/relationships/image" Target="/ppt/media/image3.png" Id="R3a5cc4312d744e4b" /><Relationship Type="http://schemas.openxmlformats.org/officeDocument/2006/relationships/notesSlide" Target="/ppt/notesSlides/notesSlide3.xml" Id="R91148c9cacef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b5877320f40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1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b1b56ec0341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53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cc4312d744e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51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2026-08-24T03:31:25.3430000Z</dcterms:created>
  <dcterms:modified xsi:type="dcterms:W3CDTF">2026-08-24T03:31:25.3430000Z</dcterms:modified>
</coreProperties>
</file>